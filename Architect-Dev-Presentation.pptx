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STUDENT PROJECT  ·  TECH OVERVIEW  ·  APRIL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portfolio platform — and how
</a:t>
            </a:r>
            <a:pPr indent="0" marL="0">
              <a:buNone/>
            </a:pPr>
            <a:r>
              <a:rPr lang="en-US" sz="2400" i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it's put together.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48640" cy="0"/>
          </a:xfrm>
          <a:prstGeom prst="line">
            <a:avLst/>
          </a:prstGeom>
          <a:noFill/>
          <a:ln w="19050">
            <a:solidFill>
              <a:srgbClr val="C0C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Manfred  —  10 minute walkthrough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IN ONE SLIDE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it is.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with GitHub, pick the repos you're proud of, and publish a curated portfolio site. The site pulls live data from GitHub and lets owners override each project's title and description right from the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560320" cy="160020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26080"/>
            <a:ext cx="45720" cy="160020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GitHub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6393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Stars, language, and last-updated pulled on load.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926080"/>
            <a:ext cx="2560320" cy="160020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926080"/>
            <a:ext cx="45720" cy="160020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 in place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36393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 each project's title and description from the owner dashboard — no re-deploy.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560320" cy="160020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926080"/>
            <a:ext cx="45720" cy="160020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Integrated CV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36393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login, same design — experience, skills, contact.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WHAT THE USER SEES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page,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from GitHub.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card on the portfolio is built from a GitHub repository, with the owner's own title and description applied on top. No CMS, no handwritten HTML.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0" y="640080"/>
            <a:ext cx="3383280" cy="3931920"/>
          </a:xfrm>
          <a:prstGeom prst="rect">
            <a:avLst/>
          </a:prstGeom>
          <a:solidFill>
            <a:srgbClr val="111B36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640080"/>
            <a:ext cx="3383280" cy="292608"/>
          </a:xfrm>
          <a:prstGeom prst="rect">
            <a:avLst/>
          </a:prstGeom>
          <a:solidFill>
            <a:srgbClr val="1B2749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04688" y="731520"/>
            <a:ext cx="100584" cy="10058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0992" y="731520"/>
            <a:ext cx="100584" cy="100584"/>
          </a:xfrm>
          <a:prstGeom prst="ellipse">
            <a:avLst/>
          </a:prstGeom>
          <a:solidFill>
            <a:srgbClr val="F4B183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97296" y="731520"/>
            <a:ext cx="100584" cy="100584"/>
          </a:xfrm>
          <a:prstGeom prst="ellipse">
            <a:avLst/>
          </a:prstGeom>
          <a:solidFill>
            <a:srgbClr val="7EE3C1"/>
          </a:solidFill>
          <a:ln w="12700">
            <a:solidFill>
              <a:srgbClr val="2A3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6949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architect.dev/u/gusbo9233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7784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Manfred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3898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small things in typescript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4944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77840" y="1810512"/>
            <a:ext cx="301752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1810512"/>
            <a:ext cx="914400" cy="0"/>
          </a:xfrm>
          <a:prstGeom prst="line">
            <a:avLst/>
          </a:prstGeom>
          <a:noFill/>
          <a:ln w="19050">
            <a:solidFill>
              <a:srgbClr val="C0C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77840" y="2286000"/>
            <a:ext cx="3017520" cy="594360"/>
          </a:xfrm>
          <a:prstGeom prst="rect">
            <a:avLst/>
          </a:prstGeom>
          <a:solidFill>
            <a:srgbClr val="141F3D"/>
          </a:solidFill>
          <a:ln w="6350">
            <a:solidFill>
              <a:srgbClr val="2A36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286000"/>
            <a:ext cx="36576" cy="59436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2587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typescript · supabase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01000" y="23591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★ 24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2999232"/>
            <a:ext cx="3017520" cy="594360"/>
          </a:xfrm>
          <a:prstGeom prst="rect">
            <a:avLst/>
          </a:prstGeom>
          <a:solidFill>
            <a:srgbClr val="141F3D"/>
          </a:solidFill>
          <a:ln w="6350">
            <a:solidFill>
              <a:srgbClr val="2A36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2999232"/>
            <a:ext cx="36576" cy="59436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0723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architect.dev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33009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site · vite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01000" y="30723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★ 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3712464"/>
            <a:ext cx="3017520" cy="594360"/>
          </a:xfrm>
          <a:prstGeom prst="rect">
            <a:avLst/>
          </a:prstGeom>
          <a:solidFill>
            <a:srgbClr val="141F3D"/>
          </a:solidFill>
          <a:ln w="6350">
            <a:solidFill>
              <a:srgbClr val="2A36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3712464"/>
            <a:ext cx="36576" cy="59436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yaml-merge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40142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 config utility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001000" y="37856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★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pieces talk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each other.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2529840" cy="1554480"/>
          </a:xfrm>
          <a:prstGeom prst="rect">
            <a:avLst/>
          </a:prstGeom>
          <a:solidFill>
            <a:srgbClr val="1B2749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77440"/>
            <a:ext cx="2529840" cy="4572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7860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25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 dev server +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2377440"/>
            <a:ext cx="2529840" cy="1554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07080" y="2377440"/>
            <a:ext cx="2529840" cy="4572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9960" y="257860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89960" y="288036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 + Auth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89960" y="3337560"/>
            <a:ext cx="225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 · folders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+ overrides · cvs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56960" y="2377440"/>
            <a:ext cx="2529840" cy="1554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6960" y="2377440"/>
            <a:ext cx="2529840" cy="4572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9840" y="257860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39840" y="2880360"/>
            <a:ext cx="225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39840" y="3337560"/>
            <a:ext cx="225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profile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 list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87040" y="3154680"/>
            <a:ext cx="320040" cy="0"/>
          </a:xfrm>
          <a:prstGeom prst="line">
            <a:avLst/>
          </a:prstGeom>
          <a:noFill/>
          <a:ln w="15875">
            <a:solidFill>
              <a:srgbClr val="C0C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6920" y="3154680"/>
            <a:ext cx="320040" cy="0"/>
          </a:xfrm>
          <a:prstGeom prst="line">
            <a:avLst/>
          </a:prstGeom>
          <a:noFill/>
          <a:ln w="15875">
            <a:solidFill>
              <a:srgbClr val="C0C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browser is the only piece I wrote from scratch. Supabase gives me auth + a Postgres database; GitHub gives me the project data.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· FRONTEND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TypeScript,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 Vite.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155448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2331720"/>
            <a:ext cx="155448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55448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Vite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880360"/>
            <a:ext cx="155448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router lib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it's used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24328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Small component tree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page files (HomePage · UserPage · CvPage · MyPagesPage) and a few shared leaves (ProjectCard · UserTabs · CvEdit).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191256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Hash routing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355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useSyncExternalStore listens to hashchange — no react-router dependency.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758184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648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Hook-driven state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9227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useState + useEffect + useMemo + useTransition. No Redux, no Context.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4325112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215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Types near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44897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Profile, PortfolioItem, Project, Cv defined in lib/ alongside fetch functions.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these choices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862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gives instant hot-reload and tiny production bundles. TypeScript catches shape mismatches between GitHub, Supabase, and the UI — which is where most bugs would live.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· REACT, UP CLOSE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hooks we use — with examples.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hook is a built-in function a component can call. Each card shows one hook, what it does in plain English, and exactly where it lives in this project.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21280" cy="12115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36576" cy="121158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28600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52374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HomePage.tsx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2743200"/>
            <a:ext cx="2346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Holds a value that can change. Here: profiles starts as null, then becomes the list of users once Supabase replies.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1360" y="2194560"/>
            <a:ext cx="2621280" cy="12115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1360" y="2194560"/>
            <a:ext cx="36576" cy="121158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5952" y="228600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5952" y="252374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App.tsx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5952" y="2743200"/>
            <a:ext cx="2346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code after render. Here: on mount we ask Supabase who's signed in, then subscribe to sign-in / sign-out events.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65520" y="2194560"/>
            <a:ext cx="2621280" cy="12115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2194560"/>
            <a:ext cx="36576" cy="121158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0112" y="228600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useMemo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0112" y="252374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UserPage.tsx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0112" y="2743200"/>
            <a:ext cx="2346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Caches a calculation. Here: buildBuckets(data) groups projects into Featured + folders — only re-runs when data changes.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89020"/>
            <a:ext cx="2621280" cy="12115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89020"/>
            <a:ext cx="36576" cy="121158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804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useTransition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391820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UserPage.tsx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4137660"/>
            <a:ext cx="2346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 an update as low-priority. Here: dragging a project reorders the UI instantly; the Supabase save runs inside startTransition.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61360" y="3589020"/>
            <a:ext cx="2621280" cy="12115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1360" y="3589020"/>
            <a:ext cx="36576" cy="121158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5952" y="36804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useSyncExternalStore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5952" y="391820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App.tsx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5952" y="4137660"/>
            <a:ext cx="2346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something outside React as state. Here: the URL hash — so #/u/gusbo9233 triggers a render. No router library needed.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65520" y="3589020"/>
            <a:ext cx="2621280" cy="12115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65520" y="3589020"/>
            <a:ext cx="36576" cy="121158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0112" y="36804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0112" y="3918204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UserPage.tsx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0112" y="4137660"/>
            <a:ext cx="2346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parts, bigger whole. UserPage picks ReaderView or OwnerView depending on who's viewing; both share the same ProjectCard.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· 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Supabase — Postgres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auth included.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554480" cy="347472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97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row per user · bio, display_name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554480" cy="347472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grouping for projects · name, 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1554480" cy="347472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portfolio_items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repos show · order, hidden flag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1554480" cy="347472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69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per-user CV stored as 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Supabase handles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761488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OAuth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 of the box. onAuthStateChange drives the app's logged-in state.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236976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127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Row-level 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Edits require the user's own ID — enforced at the database, not in code.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712464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SDK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supabase-js returns typed rows — selects, inserts, updates, deletes.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187952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078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server to deploy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352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runs in the browser and talks to Supabase directly.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· LIVE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facts +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owner overrides.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gets fetched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4114800" cy="347472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97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/users/{name}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114800" cy="347472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/users/{name}/repos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4114800" cy="347472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11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supabase: portfolio_items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Forks are filtered out; repos are sorted by stars, then recency, before being merged with each user's overrides.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they merge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97480"/>
            <a:ext cx="1737360" cy="68580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repo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· desc · lang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stars · updated_at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2697480"/>
            <a:ext cx="1737360" cy="68580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DB override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title_override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description_override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749040"/>
            <a:ext cx="3657600" cy="777240"/>
          </a:xfrm>
          <a:prstGeom prst="rect">
            <a:avLst/>
          </a:prstGeom>
          <a:solidFill>
            <a:srgbClr val="1B2749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object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Overrides win · GitHub fills the gaps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· CODE ORGANISATION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 up top, data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underneath.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4663440" cy="2423160"/>
          </a:xfrm>
          <a:prstGeom prst="rect">
            <a:avLst/>
          </a:prstGeom>
          <a:solidFill>
            <a:srgbClr val="111B36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0"/>
            <a:ext cx="4663440" cy="36576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App.tsx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63240" y="256032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shell + auth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715768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CvEdit.tsx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63240" y="271576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edit 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87121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pages/HomePage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63240" y="287121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portfolios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026664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pages/UserPage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30266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(read / edit)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182112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pages/CvPage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63240" y="31821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(read / edit)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pages/MyPagesPage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63240" y="333756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dashboard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493008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components/ProjectCard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63240" y="349300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repo card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64845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components/UserTabs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63240" y="36484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 between user's pages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803904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lib/supabase.ts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63240" y="380390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+ auth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959352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lib/portfolio.ts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63240" y="395935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 · folders · items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" y="411480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lib/github.ts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63240" y="411480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calls + YAML merge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4270248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lib/cv.ts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63240" y="427024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read / write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4425696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lib/pageData.ts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63240" y="442569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cache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9496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conventions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94960" y="2606040"/>
            <a:ext cx="45720" cy="91440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Pages don't talk to SDKs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Components call lib/ functions. Supabase and fetch live there — never in a component.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94960" y="3611880"/>
            <a:ext cx="45720" cy="91440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concern per file in lib/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7784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github.ts only knows GitHub. portfolio.ts only knows the database tables it owns.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 · DATA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happens when you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a portfolio.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URL hash changes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#u/{name} → App.tsx parses it via useSyncExternalStore.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Page mounts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UserPage calls loadUserPageData(name) from lib/pageData.ts.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Supabase fetches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row + that user's folders + portfolio_items.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fetches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profile + repos list — up to 100, sorted by stars.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Merge + memoise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Overrides apply, then projects bucket into folders with useMemo.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0352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Render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ProjectCards paint into sections. Edit mode adds drag/reorder.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· STYLING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stylesheet,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CSS custom properties.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4206240" cy="2331720"/>
          </a:xfrm>
          <a:prstGeom prst="rect">
            <a:avLst/>
          </a:prstGeom>
          <a:solidFill>
            <a:srgbClr val="111B36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40280"/>
            <a:ext cx="4206240" cy="36576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--surface:    #0b1326;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--primary:    #c0c1ff;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--on-surface: #dae2fd;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--accent:     #9dc4ff;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--tertiary:   #ffb784;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 framework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2715768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runtime cost.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Tailwind JIT, no styled-components. The browser just reads CSS.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3218688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Tokens = the design system.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3383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colour and spacing rule is a variable — change one, change everything.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3721608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BEM-ish class names.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886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.proj, .proj__title, .proj__meta — block, element, modifier. Easy to grep.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4224528"/>
            <a:ext cx="91440" cy="91440"/>
          </a:xfrm>
          <a:prstGeom prst="ellipse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Dark mode by default.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4389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color-scheme: dark tells the browser about native controls too.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9525">
            <a:solidFill>
              <a:srgbClr val="2A3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ARCHITECT.DEV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C1FF"/>
          </a:solidFill>
          <a:ln w="12700">
            <a:solidFill>
              <a:srgbClr val="C0C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Thanks for listening.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AD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Happy to dig into any layer —  </a:t>
            </a:r>
            <a:pPr indent="0" marL="0">
              <a:buNone/>
            </a:pPr>
            <a:r>
              <a:rPr lang="en-US" sz="1800" i="1" dirty="0">
                <a:solidFill>
                  <a:srgbClr val="C0C1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routing, data, Supabase, GitHub, or CSS.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146304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12848" y="3611880"/>
            <a:ext cx="146304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3611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85616" y="3611880"/>
            <a:ext cx="146304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3611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Supabase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58384" y="3611880"/>
            <a:ext cx="146304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3611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31152" y="3611880"/>
            <a:ext cx="1463040" cy="411480"/>
          </a:xfrm>
          <a:prstGeom prst="rect">
            <a:avLst/>
          </a:prstGeom>
          <a:solidFill>
            <a:srgbClr val="141F3D"/>
          </a:solidFill>
          <a:ln w="9525">
            <a:solidFill>
              <a:srgbClr val="2A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3611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48640" cy="0"/>
          </a:xfrm>
          <a:prstGeom prst="line">
            <a:avLst/>
          </a:prstGeom>
          <a:noFill/>
          <a:ln w="19050">
            <a:solidFill>
              <a:srgbClr val="C0C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Architect.Dev  ·  Manfred  ·  April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E76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Architect.Dev — Tech Overview</dc:title>
  <dc:subject>PptxGenJS Presentation</dc:subject>
  <dc:creator>Manfred</dc:creator>
  <cp:lastModifiedBy>Manfred</cp:lastModifiedBy>
  <cp:revision>1</cp:revision>
  <dcterms:created xsi:type="dcterms:W3CDTF">2026-04-23T19:42:41Z</dcterms:created>
  <dcterms:modified xsi:type="dcterms:W3CDTF">2026-04-23T19:42:41Z</dcterms:modified>
</cp:coreProperties>
</file>